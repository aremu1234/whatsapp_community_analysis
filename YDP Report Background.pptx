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65A"/>
    <a:srgbClr val="EDF1F0"/>
    <a:srgbClr val="FFFFFF"/>
    <a:srgbClr val="384A54"/>
    <a:srgbClr val="263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A953C-5624-4819-8240-4BCD190C5AF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EF697-80A2-49EB-B2AE-E94C6F734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3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EF697-80A2-49EB-B2AE-E94C6F7342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32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02163-A14B-6EF0-DA1D-F606830C3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02C9A-029B-9BCA-41DC-B8FE8830C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897C6-A4A9-0C7E-7458-66A6D1037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8DD3B-BD00-DA19-3477-08C2CE33E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EF697-80A2-49EB-B2AE-E94C6F7342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85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4FA86-C5A9-6C87-D537-01214788E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BE31D-CEB3-BECD-5A81-9E3AB287E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C39D5-0E14-A907-BEC5-11137E1ED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6A41E-A29B-CE70-7699-C9C8551AE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EF697-80A2-49EB-B2AE-E94C6F7342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0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784B7-E2BD-88D6-678A-653C7032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63125-7EF7-C228-73B9-9C19C28A6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DBCB8-09EA-0048-77B7-6E58375EA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46972-667D-4262-A680-A6F3A90CB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FEF697-80A2-49EB-B2AE-E94C6F7342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49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0E7E4-10BE-59CF-0798-D2404717E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912AA-6E58-756C-9F79-610A43ED4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DC366-EF7D-2FE3-ED40-EAFBAAE1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A31F-A060-4482-8C56-613DE68523C8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702AF-770B-52A6-3808-F042BB160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B0148-619E-27A1-99C9-73441AC4D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381B-62F8-48AE-977E-34BD4244C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97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4EEDF-9788-4CB6-C933-4D84F8E8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B98A6-5FFE-60B9-044C-4EAD236BA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3EC86-CF90-7CA9-C2EB-2CA3F2C0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A31F-A060-4482-8C56-613DE68523C8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2E7D4-22C9-1D44-90CA-1E23BA9FE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54B76-64DF-D03F-FA4D-F9CCFA2A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381B-62F8-48AE-977E-34BD4244C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42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2E77E-47A9-CF9A-937C-9313F0329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09258-7B0A-B16F-5734-C850D5CFE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CF7DC-7A02-E574-7799-3FCCC3F46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A31F-A060-4482-8C56-613DE68523C8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02DC4-148B-CD9D-3D55-37752BD7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04075-A3DA-59A8-8D71-F18FB521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381B-62F8-48AE-977E-34BD4244C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23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D3CCF-B009-36FF-2B5C-12070F5C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C3F84-AAE8-F1D3-DEE2-9621AF1CE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7071C-5C18-F442-9D52-6FBC4DEB7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609AB-E426-A62B-EA48-849C8F6F3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A31F-A060-4482-8C56-613DE68523C8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7DC24-2DB9-0EA5-4161-C4366DDD4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D5499-4844-9E27-02D3-C5AC34617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381B-62F8-48AE-977E-34BD4244C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99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E962-C775-98AA-E135-F010E5107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5121A-8202-A880-9F50-E0BD9D6F5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5AFB3-B962-3A4A-19A3-6BCB0EF94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5E1F3C-D8F6-8362-91CC-C4BCFFF190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A9EFE-34C5-81EA-97F5-D8FAC6E882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C9A51-0EC3-80FA-6EC5-78E19ECE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A31F-A060-4482-8C56-613DE68523C8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28FD23-2E8B-3922-1AB6-7442BC9C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990766-0863-B46B-9130-B67E3B87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381B-62F8-48AE-977E-34BD4244C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52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2598A-BE4E-CADC-0EF2-11519727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D3219-1025-3B66-D958-4CBBA0288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A31F-A060-4482-8C56-613DE68523C8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BA8640-97E2-4383-1D48-6E217174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48AFB-B47B-DC32-20A7-669D660E6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381B-62F8-48AE-977E-34BD4244C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2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FCE4BC-25AD-69B1-D490-F113BF35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A31F-A060-4482-8C56-613DE68523C8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7C5EBE-1CAB-DAF2-BF41-3010AE75C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162E2-5A0B-C9D6-F76D-41F5A4729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381B-62F8-48AE-977E-34BD4244C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11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11FE-51FA-3BE3-0CAA-D2102E26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CA2BF-31B2-B1FF-45C3-BB1B3DA45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83AAB-93AE-F74F-9F1F-AD1220A6D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550DF-BCB6-B398-2881-18EEC8017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A31F-A060-4482-8C56-613DE68523C8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2C5D9-603A-BD00-4BF0-B91A89DF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FFED5-176E-3895-AAB9-2C41B120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381B-62F8-48AE-977E-34BD4244C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9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72DA2-9836-F71B-3278-9BDAAA129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54F295-9C35-F1E8-EC8C-E062F15A84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9160D-88AD-3647-D57C-E9C8007C9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40AC5-EBA1-FCF6-A1B1-D0DD0645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A31F-A060-4482-8C56-613DE68523C8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7F69E-77B9-522D-56EF-6D43D2FF2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454B7-2FBB-1480-94C6-9AE2FD3E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381B-62F8-48AE-977E-34BD4244C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2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CA52A-E07F-AA64-ED1C-CF066451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9D177-D610-E943-D3A1-2075A76D1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D2082-3574-F4B7-6FC5-ABCEF8F7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A31F-A060-4482-8C56-613DE68523C8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C8DA7-28CA-4835-2D2B-38F7B1061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DFBD1-74F4-859E-004C-E16DB7E1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381B-62F8-48AE-977E-34BD4244C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6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B102A1-A29B-557D-75E9-F24CD13CA2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07AC2-10C4-9EE0-8E3E-576100D2D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CFA30-5504-DEC3-71B5-B2E49B4A3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A31F-A060-4482-8C56-613DE68523C8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28936-CA4D-40D7-E2BF-53DA2A597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1A6B6-EB4C-54B7-E473-81298B2F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A381B-62F8-48AE-977E-34BD4244C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56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D9386D-A7A3-19CF-7FB8-AA189E5B6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4FD46-E4B3-C1AF-6B04-D0CA7087C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3314A-C518-D847-E3B6-F18F82AF02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CA31F-A060-4482-8C56-613DE68523C8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FD9F2-A7B3-AC03-DCCC-B73117A30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0EC5D-B243-92D4-78DE-DD0CB97FD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A381B-62F8-48AE-977E-34BD4244C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61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D63EF92C-FB2B-C29C-6A56-7D0422A73AE0}"/>
              </a:ext>
            </a:extLst>
          </p:cNvPr>
          <p:cNvGrpSpPr/>
          <p:nvPr/>
        </p:nvGrpSpPr>
        <p:grpSpPr>
          <a:xfrm>
            <a:off x="9724" y="0"/>
            <a:ext cx="12182276" cy="6858000"/>
            <a:chOff x="9724" y="0"/>
            <a:chExt cx="12182276" cy="68580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FC87345-997D-EDBB-FF15-D761830A8977}"/>
                </a:ext>
              </a:extLst>
            </p:cNvPr>
            <p:cNvSpPr/>
            <p:nvPr/>
          </p:nvSpPr>
          <p:spPr>
            <a:xfrm>
              <a:off x="9724" y="0"/>
              <a:ext cx="12182276" cy="6858000"/>
            </a:xfrm>
            <a:prstGeom prst="roundRect">
              <a:avLst>
                <a:gd name="adj" fmla="val 2770"/>
              </a:avLst>
            </a:prstGeom>
            <a:solidFill>
              <a:srgbClr val="2639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54AFBC4-CF0B-BB1E-DFBF-E791A2DC456F}"/>
                </a:ext>
              </a:extLst>
            </p:cNvPr>
            <p:cNvSpPr/>
            <p:nvPr/>
          </p:nvSpPr>
          <p:spPr>
            <a:xfrm>
              <a:off x="143482" y="123217"/>
              <a:ext cx="11914761" cy="6611566"/>
            </a:xfrm>
            <a:prstGeom prst="roundRect">
              <a:avLst>
                <a:gd name="adj" fmla="val 2770"/>
              </a:avLst>
            </a:prstGeom>
            <a:solidFill>
              <a:srgbClr val="ED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26FDED13-251E-AAB6-78DC-701A14B3C13E}"/>
                </a:ext>
              </a:extLst>
            </p:cNvPr>
            <p:cNvSpPr/>
            <p:nvPr/>
          </p:nvSpPr>
          <p:spPr>
            <a:xfrm>
              <a:off x="143483" y="123217"/>
              <a:ext cx="877922" cy="6611566"/>
            </a:xfrm>
            <a:prstGeom prst="roundRect">
              <a:avLst>
                <a:gd name="adj" fmla="val 14431"/>
              </a:avLst>
            </a:prstGeom>
            <a:solidFill>
              <a:srgbClr val="0296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4B919E7-5313-1C38-89AC-C64945C32F57}"/>
                </a:ext>
              </a:extLst>
            </p:cNvPr>
            <p:cNvSpPr/>
            <p:nvPr/>
          </p:nvSpPr>
          <p:spPr>
            <a:xfrm>
              <a:off x="257370" y="123217"/>
              <a:ext cx="1418189" cy="1701636"/>
            </a:xfrm>
            <a:custGeom>
              <a:avLst/>
              <a:gdLst>
                <a:gd name="connsiteX0" fmla="*/ 0 w 1418189"/>
                <a:gd name="connsiteY0" fmla="*/ 0 h 1701636"/>
                <a:gd name="connsiteX1" fmla="*/ 1406898 w 1418189"/>
                <a:gd name="connsiteY1" fmla="*/ 0 h 1701636"/>
                <a:gd name="connsiteX2" fmla="*/ 1412673 w 1418189"/>
                <a:gd name="connsiteY2" fmla="*/ 52975 h 1701636"/>
                <a:gd name="connsiteX3" fmla="*/ 1418189 w 1418189"/>
                <a:gd name="connsiteY3" fmla="*/ 205905 h 1701636"/>
                <a:gd name="connsiteX4" fmla="*/ 349780 w 1418189"/>
                <a:gd name="connsiteY4" fmla="*/ 1701636 h 1701636"/>
                <a:gd name="connsiteX5" fmla="*/ 32068 w 1418189"/>
                <a:gd name="connsiteY5" fmla="*/ 1634391 h 1701636"/>
                <a:gd name="connsiteX6" fmla="*/ 0 w 1418189"/>
                <a:gd name="connsiteY6" fmla="*/ 1617960 h 1701636"/>
                <a:gd name="connsiteX7" fmla="*/ 0 w 1418189"/>
                <a:gd name="connsiteY7" fmla="*/ 0 h 170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8189" h="1701636">
                  <a:moveTo>
                    <a:pt x="0" y="0"/>
                  </a:moveTo>
                  <a:lnTo>
                    <a:pt x="1406898" y="0"/>
                  </a:lnTo>
                  <a:lnTo>
                    <a:pt x="1412673" y="52975"/>
                  </a:lnTo>
                  <a:cubicBezTo>
                    <a:pt x="1416321" y="103257"/>
                    <a:pt x="1418189" y="154276"/>
                    <a:pt x="1418189" y="205905"/>
                  </a:cubicBezTo>
                  <a:cubicBezTo>
                    <a:pt x="1418189" y="1031974"/>
                    <a:pt x="939846" y="1701636"/>
                    <a:pt x="349780" y="1701636"/>
                  </a:cubicBezTo>
                  <a:cubicBezTo>
                    <a:pt x="239143" y="1701636"/>
                    <a:pt x="132433" y="1678093"/>
                    <a:pt x="32068" y="1634391"/>
                  </a:cubicBezTo>
                  <a:lnTo>
                    <a:pt x="0" y="1617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96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18827D6-2B87-232A-4CD5-871512B496EF}"/>
                </a:ext>
              </a:extLst>
            </p:cNvPr>
            <p:cNvSpPr/>
            <p:nvPr/>
          </p:nvSpPr>
          <p:spPr>
            <a:xfrm>
              <a:off x="309764" y="5241587"/>
              <a:ext cx="711641" cy="1493196"/>
            </a:xfrm>
            <a:prstGeom prst="rect">
              <a:avLst/>
            </a:prstGeom>
            <a:solidFill>
              <a:srgbClr val="0296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88718C2D-86BF-3910-5355-9AC2051E7D87}"/>
              </a:ext>
            </a:extLst>
          </p:cNvPr>
          <p:cNvSpPr/>
          <p:nvPr/>
        </p:nvSpPr>
        <p:spPr>
          <a:xfrm>
            <a:off x="1237585" y="1466687"/>
            <a:ext cx="3178772" cy="5177385"/>
          </a:xfrm>
          <a:prstGeom prst="roundRect">
            <a:avLst>
              <a:gd name="adj" fmla="val 668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E5A9199-3CC8-F208-49DD-4F8E8C68C736}"/>
              </a:ext>
            </a:extLst>
          </p:cNvPr>
          <p:cNvSpPr/>
          <p:nvPr/>
        </p:nvSpPr>
        <p:spPr>
          <a:xfrm>
            <a:off x="7292782" y="1457347"/>
            <a:ext cx="4643961" cy="2025153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6BBBA04B-783F-925B-07C4-601BB9C05C60}"/>
              </a:ext>
            </a:extLst>
          </p:cNvPr>
          <p:cNvSpPr/>
          <p:nvPr/>
        </p:nvSpPr>
        <p:spPr>
          <a:xfrm>
            <a:off x="4525382" y="1468548"/>
            <a:ext cx="2658375" cy="2013953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F92C2724-649D-E031-C157-357505D75038}"/>
              </a:ext>
            </a:extLst>
          </p:cNvPr>
          <p:cNvSpPr/>
          <p:nvPr/>
        </p:nvSpPr>
        <p:spPr>
          <a:xfrm>
            <a:off x="4525382" y="3569738"/>
            <a:ext cx="7395055" cy="2013953"/>
          </a:xfrm>
          <a:prstGeom prst="roundRect">
            <a:avLst>
              <a:gd name="adj" fmla="val 448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253FC788-73F1-13B8-07CE-79B37D53810F}"/>
              </a:ext>
            </a:extLst>
          </p:cNvPr>
          <p:cNvSpPr/>
          <p:nvPr/>
        </p:nvSpPr>
        <p:spPr>
          <a:xfrm>
            <a:off x="4598758" y="5683389"/>
            <a:ext cx="1374027" cy="944386"/>
          </a:xfrm>
          <a:prstGeom prst="roundRect">
            <a:avLst>
              <a:gd name="adj" fmla="val 8830"/>
            </a:avLst>
          </a:prstGeom>
          <a:solidFill>
            <a:srgbClr val="0296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2B453BA-1C86-9A5E-4914-9EC3D331AD2D}"/>
              </a:ext>
            </a:extLst>
          </p:cNvPr>
          <p:cNvSpPr/>
          <p:nvPr/>
        </p:nvSpPr>
        <p:spPr>
          <a:xfrm>
            <a:off x="5053965" y="5722772"/>
            <a:ext cx="463612" cy="4636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EF0D0E0A-EF87-9A89-396B-7480FF66DB2D}"/>
              </a:ext>
            </a:extLst>
          </p:cNvPr>
          <p:cNvSpPr/>
          <p:nvPr/>
        </p:nvSpPr>
        <p:spPr>
          <a:xfrm>
            <a:off x="7524752" y="5683389"/>
            <a:ext cx="1374027" cy="944386"/>
          </a:xfrm>
          <a:prstGeom prst="roundRect">
            <a:avLst>
              <a:gd name="adj" fmla="val 8830"/>
            </a:avLst>
          </a:prstGeom>
          <a:solidFill>
            <a:srgbClr val="0296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DBD562EA-E245-7E61-DD2B-EF91A073703D}"/>
              </a:ext>
            </a:extLst>
          </p:cNvPr>
          <p:cNvSpPr/>
          <p:nvPr/>
        </p:nvSpPr>
        <p:spPr>
          <a:xfrm>
            <a:off x="8997477" y="5683389"/>
            <a:ext cx="1374027" cy="944386"/>
          </a:xfrm>
          <a:prstGeom prst="roundRect">
            <a:avLst>
              <a:gd name="adj" fmla="val 8830"/>
            </a:avLst>
          </a:prstGeom>
          <a:solidFill>
            <a:srgbClr val="0296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5597D22D-D86C-C94B-88B7-FC9EE08CBDEA}"/>
              </a:ext>
            </a:extLst>
          </p:cNvPr>
          <p:cNvSpPr/>
          <p:nvPr/>
        </p:nvSpPr>
        <p:spPr>
          <a:xfrm>
            <a:off x="10460474" y="5683389"/>
            <a:ext cx="1374027" cy="944386"/>
          </a:xfrm>
          <a:prstGeom prst="roundRect">
            <a:avLst>
              <a:gd name="adj" fmla="val 8830"/>
            </a:avLst>
          </a:prstGeom>
          <a:solidFill>
            <a:srgbClr val="0296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D3C5844B-A6EA-77D6-6EAE-1734569E45D0}"/>
              </a:ext>
            </a:extLst>
          </p:cNvPr>
          <p:cNvSpPr/>
          <p:nvPr/>
        </p:nvSpPr>
        <p:spPr>
          <a:xfrm>
            <a:off x="6071483" y="5683389"/>
            <a:ext cx="1374027" cy="944386"/>
          </a:xfrm>
          <a:prstGeom prst="roundRect">
            <a:avLst>
              <a:gd name="adj" fmla="val 8830"/>
            </a:avLst>
          </a:prstGeom>
          <a:solidFill>
            <a:srgbClr val="0296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B3890A7C-58A4-E659-7C1E-BAD0EEEB5FEF}"/>
              </a:ext>
            </a:extLst>
          </p:cNvPr>
          <p:cNvSpPr/>
          <p:nvPr/>
        </p:nvSpPr>
        <p:spPr>
          <a:xfrm>
            <a:off x="6516962" y="5722772"/>
            <a:ext cx="463612" cy="4636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B7BF44E7-A846-EABC-C9A3-2ECE7D4DD028}"/>
              </a:ext>
            </a:extLst>
          </p:cNvPr>
          <p:cNvSpPr/>
          <p:nvPr/>
        </p:nvSpPr>
        <p:spPr>
          <a:xfrm>
            <a:off x="7979959" y="5722772"/>
            <a:ext cx="463612" cy="4636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562C0514-9366-F44E-5749-D7407AE3964C}"/>
              </a:ext>
            </a:extLst>
          </p:cNvPr>
          <p:cNvSpPr/>
          <p:nvPr/>
        </p:nvSpPr>
        <p:spPr>
          <a:xfrm>
            <a:off x="9452684" y="5722772"/>
            <a:ext cx="463612" cy="4636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A9C9FD8-1F1C-0E65-FCAB-3B1A644F0D2C}"/>
              </a:ext>
            </a:extLst>
          </p:cNvPr>
          <p:cNvSpPr/>
          <p:nvPr/>
        </p:nvSpPr>
        <p:spPr>
          <a:xfrm>
            <a:off x="10915681" y="5722772"/>
            <a:ext cx="463612" cy="4636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4D2E0D2-4372-6E79-7F18-6C3CC0BFFCDB}"/>
              </a:ext>
            </a:extLst>
          </p:cNvPr>
          <p:cNvSpPr/>
          <p:nvPr/>
        </p:nvSpPr>
        <p:spPr>
          <a:xfrm>
            <a:off x="10084434" y="5165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961C5161-1C01-7B76-F05C-D3D219F36707}"/>
              </a:ext>
            </a:extLst>
          </p:cNvPr>
          <p:cNvSpPr/>
          <p:nvPr/>
        </p:nvSpPr>
        <p:spPr>
          <a:xfrm>
            <a:off x="8005125" y="5277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46D36FCD-C4E5-5C72-5EC4-A3B74A470937}"/>
              </a:ext>
            </a:extLst>
          </p:cNvPr>
          <p:cNvSpPr/>
          <p:nvPr/>
        </p:nvSpPr>
        <p:spPr>
          <a:xfrm>
            <a:off x="5925816" y="5389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90C20A96-CE53-AF90-CE1F-A3F85D5D8EE8}"/>
              </a:ext>
            </a:extLst>
          </p:cNvPr>
          <p:cNvSpPr/>
          <p:nvPr/>
        </p:nvSpPr>
        <p:spPr>
          <a:xfrm>
            <a:off x="3846507" y="5501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685A41CD-E34D-F555-5974-C58D7AA4ACCB}"/>
              </a:ext>
            </a:extLst>
          </p:cNvPr>
          <p:cNvSpPr/>
          <p:nvPr/>
        </p:nvSpPr>
        <p:spPr>
          <a:xfrm>
            <a:off x="1767198" y="5501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Connector 125">
            <a:extLst>
              <a:ext uri="{FF2B5EF4-FFF2-40B4-BE49-F238E27FC236}">
                <a16:creationId xmlns:a16="http://schemas.microsoft.com/office/drawing/2014/main" id="{45A7A567-4645-CC25-067F-025B952D5CAF}"/>
              </a:ext>
            </a:extLst>
          </p:cNvPr>
          <p:cNvSpPr/>
          <p:nvPr/>
        </p:nvSpPr>
        <p:spPr>
          <a:xfrm>
            <a:off x="1848947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lowchart: Connector 126">
            <a:extLst>
              <a:ext uri="{FF2B5EF4-FFF2-40B4-BE49-F238E27FC236}">
                <a16:creationId xmlns:a16="http://schemas.microsoft.com/office/drawing/2014/main" id="{F1F92D9C-3800-AC88-6A6F-1D1B8C410623}"/>
              </a:ext>
            </a:extLst>
          </p:cNvPr>
          <p:cNvSpPr/>
          <p:nvPr/>
        </p:nvSpPr>
        <p:spPr>
          <a:xfrm>
            <a:off x="10181992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4872583A-3BF7-B864-14FA-7FEF427DF096}"/>
              </a:ext>
            </a:extLst>
          </p:cNvPr>
          <p:cNvSpPr/>
          <p:nvPr/>
        </p:nvSpPr>
        <p:spPr>
          <a:xfrm>
            <a:off x="3932208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lowchart: Connector 128">
            <a:extLst>
              <a:ext uri="{FF2B5EF4-FFF2-40B4-BE49-F238E27FC236}">
                <a16:creationId xmlns:a16="http://schemas.microsoft.com/office/drawing/2014/main" id="{69BFF44A-47F3-5EE0-CD66-BA96C177FB04}"/>
              </a:ext>
            </a:extLst>
          </p:cNvPr>
          <p:cNvSpPr/>
          <p:nvPr/>
        </p:nvSpPr>
        <p:spPr>
          <a:xfrm>
            <a:off x="6015469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lowchart: Connector 129">
            <a:extLst>
              <a:ext uri="{FF2B5EF4-FFF2-40B4-BE49-F238E27FC236}">
                <a16:creationId xmlns:a16="http://schemas.microsoft.com/office/drawing/2014/main" id="{86978B30-64C4-E715-955F-9C7F8A64DABB}"/>
              </a:ext>
            </a:extLst>
          </p:cNvPr>
          <p:cNvSpPr/>
          <p:nvPr/>
        </p:nvSpPr>
        <p:spPr>
          <a:xfrm>
            <a:off x="8098730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784BE7ED-45F9-D633-E69F-372A7B08C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7195" y="788067"/>
            <a:ext cx="302166" cy="345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602C13F9-B56F-4F9B-EF62-7C1FC831F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276076" y="790764"/>
            <a:ext cx="297450" cy="340187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D71374B-CFCD-08F6-4B77-B896D84A7D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26292" y="790764"/>
            <a:ext cx="297450" cy="34018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8E0373AF-C9C2-8C00-3937-7594544D2A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92814" y="790764"/>
            <a:ext cx="297450" cy="340187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B810E74E-74B1-91A0-CB36-F661CB93DA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35160" y="781762"/>
            <a:ext cx="313192" cy="358191"/>
          </a:xfrm>
          <a:prstGeom prst="rect">
            <a:avLst/>
          </a:prstGeom>
        </p:spPr>
      </p:pic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88A0F6F-B272-6CE1-569E-ABC9A9BE13DD}"/>
              </a:ext>
            </a:extLst>
          </p:cNvPr>
          <p:cNvCxnSpPr>
            <a:cxnSpLocks/>
          </p:cNvCxnSpPr>
          <p:nvPr/>
        </p:nvCxnSpPr>
        <p:spPr>
          <a:xfrm>
            <a:off x="1169489" y="3813116"/>
            <a:ext cx="3287797" cy="0"/>
          </a:xfrm>
          <a:prstGeom prst="line">
            <a:avLst/>
          </a:prstGeom>
          <a:ln w="28575">
            <a:solidFill>
              <a:srgbClr val="EDF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1" name="Picture 160" descr="A logo with text and graphics">
            <a:extLst>
              <a:ext uri="{FF2B5EF4-FFF2-40B4-BE49-F238E27FC236}">
                <a16:creationId xmlns:a16="http://schemas.microsoft.com/office/drawing/2014/main" id="{276E31A7-F415-45C9-6D78-09621DB081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3440" y="38912"/>
            <a:ext cx="2234440" cy="153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272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DBBA5-67EE-27C4-51D6-FBA3CE010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F8CD41C4-3DDF-36FB-9D84-2FB23D7CCE40}"/>
              </a:ext>
            </a:extLst>
          </p:cNvPr>
          <p:cNvGrpSpPr/>
          <p:nvPr/>
        </p:nvGrpSpPr>
        <p:grpSpPr>
          <a:xfrm>
            <a:off x="9724" y="0"/>
            <a:ext cx="12182276" cy="6858000"/>
            <a:chOff x="9724" y="0"/>
            <a:chExt cx="12182276" cy="68580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4C0B391-F8DF-C844-4BB7-F408C4050A78}"/>
                </a:ext>
              </a:extLst>
            </p:cNvPr>
            <p:cNvSpPr/>
            <p:nvPr/>
          </p:nvSpPr>
          <p:spPr>
            <a:xfrm>
              <a:off x="9724" y="0"/>
              <a:ext cx="12182276" cy="6858000"/>
            </a:xfrm>
            <a:prstGeom prst="roundRect">
              <a:avLst>
                <a:gd name="adj" fmla="val 2770"/>
              </a:avLst>
            </a:prstGeom>
            <a:solidFill>
              <a:srgbClr val="2639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42D70A9-24F5-5AA6-7999-D3F328E32284}"/>
                </a:ext>
              </a:extLst>
            </p:cNvPr>
            <p:cNvSpPr/>
            <p:nvPr/>
          </p:nvSpPr>
          <p:spPr>
            <a:xfrm>
              <a:off x="143482" y="123217"/>
              <a:ext cx="11914761" cy="6611566"/>
            </a:xfrm>
            <a:prstGeom prst="roundRect">
              <a:avLst>
                <a:gd name="adj" fmla="val 2770"/>
              </a:avLst>
            </a:prstGeom>
            <a:solidFill>
              <a:srgbClr val="ED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5455CE1F-A32B-3D67-6669-0E1BEBADBAD2}"/>
                </a:ext>
              </a:extLst>
            </p:cNvPr>
            <p:cNvSpPr/>
            <p:nvPr/>
          </p:nvSpPr>
          <p:spPr>
            <a:xfrm>
              <a:off x="143483" y="123217"/>
              <a:ext cx="877922" cy="6611566"/>
            </a:xfrm>
            <a:prstGeom prst="roundRect">
              <a:avLst>
                <a:gd name="adj" fmla="val 14431"/>
              </a:avLst>
            </a:prstGeom>
            <a:solidFill>
              <a:srgbClr val="0296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2E768E5-6A9D-107B-7566-DC525EF332E9}"/>
                </a:ext>
              </a:extLst>
            </p:cNvPr>
            <p:cNvSpPr/>
            <p:nvPr/>
          </p:nvSpPr>
          <p:spPr>
            <a:xfrm>
              <a:off x="257370" y="123217"/>
              <a:ext cx="1418189" cy="1701636"/>
            </a:xfrm>
            <a:custGeom>
              <a:avLst/>
              <a:gdLst>
                <a:gd name="connsiteX0" fmla="*/ 0 w 1418189"/>
                <a:gd name="connsiteY0" fmla="*/ 0 h 1701636"/>
                <a:gd name="connsiteX1" fmla="*/ 1406898 w 1418189"/>
                <a:gd name="connsiteY1" fmla="*/ 0 h 1701636"/>
                <a:gd name="connsiteX2" fmla="*/ 1412673 w 1418189"/>
                <a:gd name="connsiteY2" fmla="*/ 52975 h 1701636"/>
                <a:gd name="connsiteX3" fmla="*/ 1418189 w 1418189"/>
                <a:gd name="connsiteY3" fmla="*/ 205905 h 1701636"/>
                <a:gd name="connsiteX4" fmla="*/ 349780 w 1418189"/>
                <a:gd name="connsiteY4" fmla="*/ 1701636 h 1701636"/>
                <a:gd name="connsiteX5" fmla="*/ 32068 w 1418189"/>
                <a:gd name="connsiteY5" fmla="*/ 1634391 h 1701636"/>
                <a:gd name="connsiteX6" fmla="*/ 0 w 1418189"/>
                <a:gd name="connsiteY6" fmla="*/ 1617960 h 1701636"/>
                <a:gd name="connsiteX7" fmla="*/ 0 w 1418189"/>
                <a:gd name="connsiteY7" fmla="*/ 0 h 170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8189" h="1701636">
                  <a:moveTo>
                    <a:pt x="0" y="0"/>
                  </a:moveTo>
                  <a:lnTo>
                    <a:pt x="1406898" y="0"/>
                  </a:lnTo>
                  <a:lnTo>
                    <a:pt x="1412673" y="52975"/>
                  </a:lnTo>
                  <a:cubicBezTo>
                    <a:pt x="1416321" y="103257"/>
                    <a:pt x="1418189" y="154276"/>
                    <a:pt x="1418189" y="205905"/>
                  </a:cubicBezTo>
                  <a:cubicBezTo>
                    <a:pt x="1418189" y="1031974"/>
                    <a:pt x="939846" y="1701636"/>
                    <a:pt x="349780" y="1701636"/>
                  </a:cubicBezTo>
                  <a:cubicBezTo>
                    <a:pt x="239143" y="1701636"/>
                    <a:pt x="132433" y="1678093"/>
                    <a:pt x="32068" y="1634391"/>
                  </a:cubicBezTo>
                  <a:lnTo>
                    <a:pt x="0" y="1617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96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EC3DA86-0617-285B-F7B8-806A64E6CAA4}"/>
                </a:ext>
              </a:extLst>
            </p:cNvPr>
            <p:cNvSpPr/>
            <p:nvPr/>
          </p:nvSpPr>
          <p:spPr>
            <a:xfrm>
              <a:off x="309764" y="5241587"/>
              <a:ext cx="711641" cy="1493196"/>
            </a:xfrm>
            <a:prstGeom prst="rect">
              <a:avLst/>
            </a:prstGeom>
            <a:solidFill>
              <a:srgbClr val="0296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05E1CFC-E3DD-997D-1DA2-7C1C9DF0CAC3}"/>
              </a:ext>
            </a:extLst>
          </p:cNvPr>
          <p:cNvSpPr/>
          <p:nvPr/>
        </p:nvSpPr>
        <p:spPr>
          <a:xfrm>
            <a:off x="1237585" y="1496260"/>
            <a:ext cx="3864668" cy="2265182"/>
          </a:xfrm>
          <a:prstGeom prst="roundRect">
            <a:avLst>
              <a:gd name="adj" fmla="val 519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1A25300-EBF2-4620-E6C3-22D47863B95B}"/>
              </a:ext>
            </a:extLst>
          </p:cNvPr>
          <p:cNvSpPr/>
          <p:nvPr/>
        </p:nvSpPr>
        <p:spPr>
          <a:xfrm>
            <a:off x="8589523" y="1447619"/>
            <a:ext cx="3347220" cy="2313823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210A02EC-4224-CA45-B612-ADCF3F6DD98C}"/>
              </a:ext>
            </a:extLst>
          </p:cNvPr>
          <p:cNvSpPr/>
          <p:nvPr/>
        </p:nvSpPr>
        <p:spPr>
          <a:xfrm>
            <a:off x="5210636" y="1496260"/>
            <a:ext cx="3245130" cy="2265182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464AA0C3-5E31-5ED7-1862-D3A89341CD1E}"/>
              </a:ext>
            </a:extLst>
          </p:cNvPr>
          <p:cNvSpPr/>
          <p:nvPr/>
        </p:nvSpPr>
        <p:spPr>
          <a:xfrm>
            <a:off x="5223753" y="3861881"/>
            <a:ext cx="6696684" cy="2782191"/>
          </a:xfrm>
          <a:prstGeom prst="roundRect">
            <a:avLst>
              <a:gd name="adj" fmla="val 4483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842B879E-C526-4F07-F4DF-B49CF97864B3}"/>
              </a:ext>
            </a:extLst>
          </p:cNvPr>
          <p:cNvSpPr/>
          <p:nvPr/>
        </p:nvSpPr>
        <p:spPr>
          <a:xfrm>
            <a:off x="10084434" y="5165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D04A8C01-647D-C22A-6839-9653061F1269}"/>
              </a:ext>
            </a:extLst>
          </p:cNvPr>
          <p:cNvSpPr/>
          <p:nvPr/>
        </p:nvSpPr>
        <p:spPr>
          <a:xfrm>
            <a:off x="8005125" y="5277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61DA6C2C-0872-1DEA-E1E9-1BCE7ECE0532}"/>
              </a:ext>
            </a:extLst>
          </p:cNvPr>
          <p:cNvSpPr/>
          <p:nvPr/>
        </p:nvSpPr>
        <p:spPr>
          <a:xfrm>
            <a:off x="5925816" y="5389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404E1E6A-AACB-101C-3C93-48A2291E3EAE}"/>
              </a:ext>
            </a:extLst>
          </p:cNvPr>
          <p:cNvSpPr/>
          <p:nvPr/>
        </p:nvSpPr>
        <p:spPr>
          <a:xfrm>
            <a:off x="3846507" y="5501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AC9DE7DB-78D8-5F5D-2433-5A4DCBC80529}"/>
              </a:ext>
            </a:extLst>
          </p:cNvPr>
          <p:cNvSpPr/>
          <p:nvPr/>
        </p:nvSpPr>
        <p:spPr>
          <a:xfrm>
            <a:off x="1767198" y="5613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A705F1-626D-C7E5-9419-A89D58240AA9}"/>
              </a:ext>
            </a:extLst>
          </p:cNvPr>
          <p:cNvSpPr/>
          <p:nvPr/>
        </p:nvSpPr>
        <p:spPr>
          <a:xfrm>
            <a:off x="1237585" y="3884658"/>
            <a:ext cx="3864668" cy="2759413"/>
          </a:xfrm>
          <a:prstGeom prst="roundRect">
            <a:avLst>
              <a:gd name="adj" fmla="val 519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CA0051AA-2A54-E6C7-1694-2D4D53C58DFE}"/>
              </a:ext>
            </a:extLst>
          </p:cNvPr>
          <p:cNvSpPr/>
          <p:nvPr/>
        </p:nvSpPr>
        <p:spPr>
          <a:xfrm>
            <a:off x="1848947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67D0E476-6700-775F-DE37-3908030AF1AB}"/>
              </a:ext>
            </a:extLst>
          </p:cNvPr>
          <p:cNvSpPr/>
          <p:nvPr/>
        </p:nvSpPr>
        <p:spPr>
          <a:xfrm>
            <a:off x="10181992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3F50BB76-B069-9075-039E-8AD05C477295}"/>
              </a:ext>
            </a:extLst>
          </p:cNvPr>
          <p:cNvSpPr/>
          <p:nvPr/>
        </p:nvSpPr>
        <p:spPr>
          <a:xfrm>
            <a:off x="3932208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1259E4F2-DB1A-C904-B99D-4632C987385A}"/>
              </a:ext>
            </a:extLst>
          </p:cNvPr>
          <p:cNvSpPr/>
          <p:nvPr/>
        </p:nvSpPr>
        <p:spPr>
          <a:xfrm>
            <a:off x="6015469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E58B21E4-A55D-CFA5-7DEB-41987554AF50}"/>
              </a:ext>
            </a:extLst>
          </p:cNvPr>
          <p:cNvSpPr/>
          <p:nvPr/>
        </p:nvSpPr>
        <p:spPr>
          <a:xfrm>
            <a:off x="8098730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563E59B-1B8E-8876-27F2-80DB1E583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7195" y="788067"/>
            <a:ext cx="302166" cy="3455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26DDA7E-B376-AFE2-E99E-0ABA022D0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276076" y="790764"/>
            <a:ext cx="297450" cy="3401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F9793E7-5F26-AC59-4B1E-3895BB0768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26292" y="790764"/>
            <a:ext cx="297450" cy="34018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C84EA42-6556-FC2B-FD19-478613B5C2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92814" y="790764"/>
            <a:ext cx="297450" cy="3401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F3E44DF-1229-3B81-36B6-31BDD87C97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35160" y="781762"/>
            <a:ext cx="313192" cy="358191"/>
          </a:xfrm>
          <a:prstGeom prst="rect">
            <a:avLst/>
          </a:prstGeom>
        </p:spPr>
      </p:pic>
      <p:pic>
        <p:nvPicPr>
          <p:cNvPr id="26" name="Picture 25" descr="A logo with text and graphics">
            <a:extLst>
              <a:ext uri="{FF2B5EF4-FFF2-40B4-BE49-F238E27FC236}">
                <a16:creationId xmlns:a16="http://schemas.microsoft.com/office/drawing/2014/main" id="{87D8CD56-DF55-E4B1-37BA-CF5926591A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3440" y="38912"/>
            <a:ext cx="2234440" cy="153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53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26D085-4C96-3906-747E-F030B58D1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3A1A2785-EA97-CB2D-C8A6-32F90FAF17D7}"/>
              </a:ext>
            </a:extLst>
          </p:cNvPr>
          <p:cNvGrpSpPr/>
          <p:nvPr/>
        </p:nvGrpSpPr>
        <p:grpSpPr>
          <a:xfrm>
            <a:off x="9724" y="0"/>
            <a:ext cx="12182276" cy="6858000"/>
            <a:chOff x="9724" y="0"/>
            <a:chExt cx="12182276" cy="68580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17A758B-9343-4FF3-8395-507635F8F3F5}"/>
                </a:ext>
              </a:extLst>
            </p:cNvPr>
            <p:cNvSpPr/>
            <p:nvPr/>
          </p:nvSpPr>
          <p:spPr>
            <a:xfrm>
              <a:off x="9724" y="0"/>
              <a:ext cx="12182276" cy="6858000"/>
            </a:xfrm>
            <a:prstGeom prst="roundRect">
              <a:avLst>
                <a:gd name="adj" fmla="val 2770"/>
              </a:avLst>
            </a:prstGeom>
            <a:solidFill>
              <a:srgbClr val="2639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A4F888A-E614-02BA-D1A0-7F38CA33CEFB}"/>
                </a:ext>
              </a:extLst>
            </p:cNvPr>
            <p:cNvSpPr/>
            <p:nvPr/>
          </p:nvSpPr>
          <p:spPr>
            <a:xfrm>
              <a:off x="143482" y="123217"/>
              <a:ext cx="11914761" cy="6611566"/>
            </a:xfrm>
            <a:prstGeom prst="roundRect">
              <a:avLst>
                <a:gd name="adj" fmla="val 2770"/>
              </a:avLst>
            </a:prstGeom>
            <a:solidFill>
              <a:srgbClr val="ED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5B92E294-0539-4686-F308-3026F628325A}"/>
                </a:ext>
              </a:extLst>
            </p:cNvPr>
            <p:cNvSpPr/>
            <p:nvPr/>
          </p:nvSpPr>
          <p:spPr>
            <a:xfrm>
              <a:off x="143483" y="123217"/>
              <a:ext cx="877922" cy="6611566"/>
            </a:xfrm>
            <a:prstGeom prst="roundRect">
              <a:avLst>
                <a:gd name="adj" fmla="val 14431"/>
              </a:avLst>
            </a:prstGeom>
            <a:solidFill>
              <a:srgbClr val="0296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6939F3D-09D4-C826-FA31-F27D006DAA03}"/>
                </a:ext>
              </a:extLst>
            </p:cNvPr>
            <p:cNvSpPr/>
            <p:nvPr/>
          </p:nvSpPr>
          <p:spPr>
            <a:xfrm>
              <a:off x="257370" y="123217"/>
              <a:ext cx="1418189" cy="1701636"/>
            </a:xfrm>
            <a:custGeom>
              <a:avLst/>
              <a:gdLst>
                <a:gd name="connsiteX0" fmla="*/ 0 w 1418189"/>
                <a:gd name="connsiteY0" fmla="*/ 0 h 1701636"/>
                <a:gd name="connsiteX1" fmla="*/ 1406898 w 1418189"/>
                <a:gd name="connsiteY1" fmla="*/ 0 h 1701636"/>
                <a:gd name="connsiteX2" fmla="*/ 1412673 w 1418189"/>
                <a:gd name="connsiteY2" fmla="*/ 52975 h 1701636"/>
                <a:gd name="connsiteX3" fmla="*/ 1418189 w 1418189"/>
                <a:gd name="connsiteY3" fmla="*/ 205905 h 1701636"/>
                <a:gd name="connsiteX4" fmla="*/ 349780 w 1418189"/>
                <a:gd name="connsiteY4" fmla="*/ 1701636 h 1701636"/>
                <a:gd name="connsiteX5" fmla="*/ 32068 w 1418189"/>
                <a:gd name="connsiteY5" fmla="*/ 1634391 h 1701636"/>
                <a:gd name="connsiteX6" fmla="*/ 0 w 1418189"/>
                <a:gd name="connsiteY6" fmla="*/ 1617960 h 1701636"/>
                <a:gd name="connsiteX7" fmla="*/ 0 w 1418189"/>
                <a:gd name="connsiteY7" fmla="*/ 0 h 170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8189" h="1701636">
                  <a:moveTo>
                    <a:pt x="0" y="0"/>
                  </a:moveTo>
                  <a:lnTo>
                    <a:pt x="1406898" y="0"/>
                  </a:lnTo>
                  <a:lnTo>
                    <a:pt x="1412673" y="52975"/>
                  </a:lnTo>
                  <a:cubicBezTo>
                    <a:pt x="1416321" y="103257"/>
                    <a:pt x="1418189" y="154276"/>
                    <a:pt x="1418189" y="205905"/>
                  </a:cubicBezTo>
                  <a:cubicBezTo>
                    <a:pt x="1418189" y="1031974"/>
                    <a:pt x="939846" y="1701636"/>
                    <a:pt x="349780" y="1701636"/>
                  </a:cubicBezTo>
                  <a:cubicBezTo>
                    <a:pt x="239143" y="1701636"/>
                    <a:pt x="132433" y="1678093"/>
                    <a:pt x="32068" y="1634391"/>
                  </a:cubicBezTo>
                  <a:lnTo>
                    <a:pt x="0" y="1617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96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4772C01-4D12-3B0F-939A-403BA209920F}"/>
                </a:ext>
              </a:extLst>
            </p:cNvPr>
            <p:cNvSpPr/>
            <p:nvPr/>
          </p:nvSpPr>
          <p:spPr>
            <a:xfrm>
              <a:off x="309764" y="5241587"/>
              <a:ext cx="711641" cy="1493196"/>
            </a:xfrm>
            <a:prstGeom prst="rect">
              <a:avLst/>
            </a:prstGeom>
            <a:solidFill>
              <a:srgbClr val="0296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34E19721-1F11-46AA-895E-0C374F8B29F1}"/>
              </a:ext>
            </a:extLst>
          </p:cNvPr>
          <p:cNvSpPr/>
          <p:nvPr/>
        </p:nvSpPr>
        <p:spPr>
          <a:xfrm>
            <a:off x="1237584" y="1496260"/>
            <a:ext cx="10697045" cy="5138004"/>
          </a:xfrm>
          <a:prstGeom prst="roundRect">
            <a:avLst>
              <a:gd name="adj" fmla="val 254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C9C9BB2A-7946-379B-E2BC-AC776EA24DD1}"/>
              </a:ext>
            </a:extLst>
          </p:cNvPr>
          <p:cNvSpPr/>
          <p:nvPr/>
        </p:nvSpPr>
        <p:spPr>
          <a:xfrm>
            <a:off x="10084434" y="5165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F4408867-25AE-C448-1DDF-BEDE4367F51D}"/>
              </a:ext>
            </a:extLst>
          </p:cNvPr>
          <p:cNvSpPr/>
          <p:nvPr/>
        </p:nvSpPr>
        <p:spPr>
          <a:xfrm>
            <a:off x="8005125" y="5277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407117DE-11C8-7246-5972-3FE09FB38230}"/>
              </a:ext>
            </a:extLst>
          </p:cNvPr>
          <p:cNvSpPr/>
          <p:nvPr/>
        </p:nvSpPr>
        <p:spPr>
          <a:xfrm>
            <a:off x="5925816" y="5389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2B530B08-B72B-68AF-3971-9AA0F0074509}"/>
              </a:ext>
            </a:extLst>
          </p:cNvPr>
          <p:cNvSpPr/>
          <p:nvPr/>
        </p:nvSpPr>
        <p:spPr>
          <a:xfrm>
            <a:off x="3846507" y="5501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8A4FEA78-D911-BBBF-7E95-E37A2BC1C44A}"/>
              </a:ext>
            </a:extLst>
          </p:cNvPr>
          <p:cNvSpPr/>
          <p:nvPr/>
        </p:nvSpPr>
        <p:spPr>
          <a:xfrm>
            <a:off x="1767198" y="561345"/>
            <a:ext cx="1852309" cy="843826"/>
          </a:xfrm>
          <a:prstGeom prst="roundRect">
            <a:avLst>
              <a:gd name="adj" fmla="val 883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661E204E-2944-4A4A-BC82-2B52449B53EC}"/>
              </a:ext>
            </a:extLst>
          </p:cNvPr>
          <p:cNvSpPr/>
          <p:nvPr/>
        </p:nvSpPr>
        <p:spPr>
          <a:xfrm>
            <a:off x="1848947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EDB6DE15-0642-78E8-15B0-01666323CBD3}"/>
              </a:ext>
            </a:extLst>
          </p:cNvPr>
          <p:cNvSpPr/>
          <p:nvPr/>
        </p:nvSpPr>
        <p:spPr>
          <a:xfrm>
            <a:off x="10181992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4B2DD5BD-F96D-CBCF-8890-412C9A3930A3}"/>
              </a:ext>
            </a:extLst>
          </p:cNvPr>
          <p:cNvSpPr/>
          <p:nvPr/>
        </p:nvSpPr>
        <p:spPr>
          <a:xfrm>
            <a:off x="3932208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8B6E173A-B8B9-6BD9-614A-AC56806FD55D}"/>
              </a:ext>
            </a:extLst>
          </p:cNvPr>
          <p:cNvSpPr/>
          <p:nvPr/>
        </p:nvSpPr>
        <p:spPr>
          <a:xfrm>
            <a:off x="6015469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5DF03862-92B0-A6F9-1E5F-BE7E6DE2C78C}"/>
              </a:ext>
            </a:extLst>
          </p:cNvPr>
          <p:cNvSpPr/>
          <p:nvPr/>
        </p:nvSpPr>
        <p:spPr>
          <a:xfrm>
            <a:off x="8098730" y="718048"/>
            <a:ext cx="485619" cy="485619"/>
          </a:xfrm>
          <a:prstGeom prst="flowChartConnector">
            <a:avLst/>
          </a:prstGeom>
          <a:noFill/>
          <a:ln>
            <a:solidFill>
              <a:srgbClr val="0296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DE4D762-B5B4-83D6-6E18-A9116F914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7195" y="788067"/>
            <a:ext cx="302166" cy="3455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5548C1C-9FA0-B9BF-7EDB-22C0CC1EC1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276076" y="790764"/>
            <a:ext cx="297450" cy="3401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3F0CB18-B153-504B-C984-6CEFD4D87E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26292" y="790764"/>
            <a:ext cx="297450" cy="34018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6FEFB8-D1DB-FFD0-7F52-A6D36DA12F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92814" y="790764"/>
            <a:ext cx="297450" cy="3401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CFF38B4-70EF-3E51-ECFD-99FC1D36A3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35160" y="781762"/>
            <a:ext cx="313192" cy="358191"/>
          </a:xfrm>
          <a:prstGeom prst="rect">
            <a:avLst/>
          </a:prstGeom>
        </p:spPr>
      </p:pic>
      <p:pic>
        <p:nvPicPr>
          <p:cNvPr id="3" name="Picture 2" descr="A logo with text and graphics">
            <a:extLst>
              <a:ext uri="{FF2B5EF4-FFF2-40B4-BE49-F238E27FC236}">
                <a16:creationId xmlns:a16="http://schemas.microsoft.com/office/drawing/2014/main" id="{88DB67F3-31CE-1175-158B-0ECF892515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3440" y="38912"/>
            <a:ext cx="2234440" cy="153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981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1FBA-31D9-B8DE-619E-7A5C025E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AFE371-778D-A0E8-ED9C-7856A16BF0FB}"/>
              </a:ext>
            </a:extLst>
          </p:cNvPr>
          <p:cNvSpPr/>
          <p:nvPr/>
        </p:nvSpPr>
        <p:spPr>
          <a:xfrm>
            <a:off x="9724" y="0"/>
            <a:ext cx="12182276" cy="6858000"/>
          </a:xfrm>
          <a:prstGeom prst="roundRect">
            <a:avLst>
              <a:gd name="adj" fmla="val 2770"/>
            </a:avLst>
          </a:prstGeom>
          <a:solidFill>
            <a:srgbClr val="2639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4C47E6-B6A4-DC69-2F11-A8E8F2B290FE}"/>
              </a:ext>
            </a:extLst>
          </p:cNvPr>
          <p:cNvSpPr/>
          <p:nvPr/>
        </p:nvSpPr>
        <p:spPr>
          <a:xfrm>
            <a:off x="143482" y="123217"/>
            <a:ext cx="11914761" cy="6611566"/>
          </a:xfrm>
          <a:prstGeom prst="roundRect">
            <a:avLst>
              <a:gd name="adj" fmla="val 27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32BBA12-B52E-98B1-E7DA-DC0827E53F18}"/>
              </a:ext>
            </a:extLst>
          </p:cNvPr>
          <p:cNvSpPr/>
          <p:nvPr/>
        </p:nvSpPr>
        <p:spPr>
          <a:xfrm>
            <a:off x="1593015" y="6318119"/>
            <a:ext cx="9015695" cy="416664"/>
          </a:xfrm>
          <a:custGeom>
            <a:avLst/>
            <a:gdLst>
              <a:gd name="connsiteX0" fmla="*/ 1430023 w 9015695"/>
              <a:gd name="connsiteY0" fmla="*/ 0 h 478274"/>
              <a:gd name="connsiteX1" fmla="*/ 7585672 w 9015695"/>
              <a:gd name="connsiteY1" fmla="*/ 0 h 478274"/>
              <a:gd name="connsiteX2" fmla="*/ 8980149 w 9015695"/>
              <a:gd name="connsiteY2" fmla="*/ 421482 h 478274"/>
              <a:gd name="connsiteX3" fmla="*/ 9015695 w 9015695"/>
              <a:gd name="connsiteY3" fmla="*/ 478274 h 478274"/>
              <a:gd name="connsiteX4" fmla="*/ 0 w 9015695"/>
              <a:gd name="connsiteY4" fmla="*/ 478274 h 478274"/>
              <a:gd name="connsiteX5" fmla="*/ 35546 w 9015695"/>
              <a:gd name="connsiteY5" fmla="*/ 421482 h 478274"/>
              <a:gd name="connsiteX6" fmla="*/ 1430023 w 9015695"/>
              <a:gd name="connsiteY6" fmla="*/ 0 h 47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15695" h="478274">
                <a:moveTo>
                  <a:pt x="1430023" y="0"/>
                </a:moveTo>
                <a:lnTo>
                  <a:pt x="7585672" y="0"/>
                </a:lnTo>
                <a:cubicBezTo>
                  <a:pt x="8240813" y="0"/>
                  <a:pt x="8795262" y="177288"/>
                  <a:pt x="8980149" y="421482"/>
                </a:cubicBezTo>
                <a:lnTo>
                  <a:pt x="9015695" y="478274"/>
                </a:lnTo>
                <a:lnTo>
                  <a:pt x="0" y="478274"/>
                </a:lnTo>
                <a:lnTo>
                  <a:pt x="35546" y="421482"/>
                </a:lnTo>
                <a:cubicBezTo>
                  <a:pt x="220433" y="177288"/>
                  <a:pt x="774882" y="0"/>
                  <a:pt x="1430023" y="0"/>
                </a:cubicBezTo>
                <a:close/>
              </a:path>
            </a:pathLst>
          </a:custGeom>
          <a:solidFill>
            <a:srgbClr val="0296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6EBD907-3587-655D-1611-01F3CD61C73C}"/>
              </a:ext>
            </a:extLst>
          </p:cNvPr>
          <p:cNvGrpSpPr/>
          <p:nvPr/>
        </p:nvGrpSpPr>
        <p:grpSpPr>
          <a:xfrm>
            <a:off x="4148846" y="568010"/>
            <a:ext cx="7752945" cy="1001950"/>
            <a:chOff x="2042806" y="1845825"/>
            <a:chExt cx="3407112" cy="268807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831496B-6F41-9EE5-4787-14154ED5560B}"/>
                </a:ext>
              </a:extLst>
            </p:cNvPr>
            <p:cNvSpPr/>
            <p:nvPr/>
          </p:nvSpPr>
          <p:spPr>
            <a:xfrm>
              <a:off x="2042806" y="1845825"/>
              <a:ext cx="3407112" cy="2688076"/>
            </a:xfrm>
            <a:prstGeom prst="roundRect">
              <a:avLst>
                <a:gd name="adj" fmla="val 277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496C344-B163-0973-A1B7-E1A3FC979D16}"/>
                </a:ext>
              </a:extLst>
            </p:cNvPr>
            <p:cNvSpPr/>
            <p:nvPr/>
          </p:nvSpPr>
          <p:spPr>
            <a:xfrm>
              <a:off x="2042806" y="1845825"/>
              <a:ext cx="3407112" cy="2688076"/>
            </a:xfrm>
            <a:prstGeom prst="roundRect">
              <a:avLst>
                <a:gd name="adj" fmla="val 277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02965A"/>
              </a:solidFill>
            </a:ln>
            <a:effectLst>
              <a:outerShdw blurRad="190500" dist="1905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E9BB4CA-CFA3-3349-450B-6294CC15645B}"/>
              </a:ext>
            </a:extLst>
          </p:cNvPr>
          <p:cNvGrpSpPr/>
          <p:nvPr/>
        </p:nvGrpSpPr>
        <p:grpSpPr>
          <a:xfrm>
            <a:off x="303986" y="1654265"/>
            <a:ext cx="3712730" cy="2227632"/>
            <a:chOff x="2042806" y="1845825"/>
            <a:chExt cx="3407112" cy="268807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F05E93E-F751-FBF1-00B6-DFD423B32B0B}"/>
                </a:ext>
              </a:extLst>
            </p:cNvPr>
            <p:cNvSpPr/>
            <p:nvPr/>
          </p:nvSpPr>
          <p:spPr>
            <a:xfrm>
              <a:off x="2042806" y="1845825"/>
              <a:ext cx="3407112" cy="2688076"/>
            </a:xfrm>
            <a:prstGeom prst="roundRect">
              <a:avLst>
                <a:gd name="adj" fmla="val 277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E8C574D-FC68-2438-B517-D2DB715FED92}"/>
                </a:ext>
              </a:extLst>
            </p:cNvPr>
            <p:cNvSpPr/>
            <p:nvPr/>
          </p:nvSpPr>
          <p:spPr>
            <a:xfrm>
              <a:off x="2042806" y="1845825"/>
              <a:ext cx="3407112" cy="2688076"/>
            </a:xfrm>
            <a:prstGeom prst="roundRect">
              <a:avLst>
                <a:gd name="adj" fmla="val 277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02965A"/>
              </a:solidFill>
            </a:ln>
            <a:effectLst>
              <a:outerShdw blurRad="190500" dist="1905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76B739-59EA-60B7-2DB1-4AA632E036EA}"/>
              </a:ext>
            </a:extLst>
          </p:cNvPr>
          <p:cNvGrpSpPr/>
          <p:nvPr/>
        </p:nvGrpSpPr>
        <p:grpSpPr>
          <a:xfrm>
            <a:off x="4173166" y="3966200"/>
            <a:ext cx="7752945" cy="2217905"/>
            <a:chOff x="2042806" y="1845825"/>
            <a:chExt cx="3407112" cy="268807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01A52F7-8011-1CF3-79A0-DCFE983C70A4}"/>
                </a:ext>
              </a:extLst>
            </p:cNvPr>
            <p:cNvSpPr/>
            <p:nvPr/>
          </p:nvSpPr>
          <p:spPr>
            <a:xfrm>
              <a:off x="2042806" y="1845825"/>
              <a:ext cx="3407112" cy="2688076"/>
            </a:xfrm>
            <a:prstGeom prst="roundRect">
              <a:avLst>
                <a:gd name="adj" fmla="val 277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9B6CF28-9309-F055-E656-34AA9287E60F}"/>
                </a:ext>
              </a:extLst>
            </p:cNvPr>
            <p:cNvSpPr/>
            <p:nvPr/>
          </p:nvSpPr>
          <p:spPr>
            <a:xfrm>
              <a:off x="2042806" y="1845825"/>
              <a:ext cx="3407112" cy="2688076"/>
            </a:xfrm>
            <a:prstGeom prst="roundRect">
              <a:avLst>
                <a:gd name="adj" fmla="val 277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02965A"/>
              </a:solidFill>
            </a:ln>
            <a:effectLst>
              <a:outerShdw blurRad="190500" dist="1905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078BD4E-6B5D-C1B6-135B-FC6D9DAE6A4E}"/>
              </a:ext>
            </a:extLst>
          </p:cNvPr>
          <p:cNvGrpSpPr/>
          <p:nvPr/>
        </p:nvGrpSpPr>
        <p:grpSpPr>
          <a:xfrm>
            <a:off x="4161820" y="1654265"/>
            <a:ext cx="3132306" cy="2227632"/>
            <a:chOff x="2042806" y="1845825"/>
            <a:chExt cx="3407112" cy="268807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FE6BF574-5026-F860-2A06-FF69FB75CBF8}"/>
                </a:ext>
              </a:extLst>
            </p:cNvPr>
            <p:cNvSpPr/>
            <p:nvPr/>
          </p:nvSpPr>
          <p:spPr>
            <a:xfrm>
              <a:off x="2042806" y="1845825"/>
              <a:ext cx="3407112" cy="2688076"/>
            </a:xfrm>
            <a:prstGeom prst="roundRect">
              <a:avLst>
                <a:gd name="adj" fmla="val 277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FEB5F0A-536C-89C5-1B34-0B1181A119E6}"/>
                </a:ext>
              </a:extLst>
            </p:cNvPr>
            <p:cNvSpPr/>
            <p:nvPr/>
          </p:nvSpPr>
          <p:spPr>
            <a:xfrm>
              <a:off x="2042806" y="1845825"/>
              <a:ext cx="3407112" cy="2688076"/>
            </a:xfrm>
            <a:prstGeom prst="roundRect">
              <a:avLst>
                <a:gd name="adj" fmla="val 277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02965A"/>
              </a:solidFill>
            </a:ln>
            <a:effectLst>
              <a:outerShdw blurRad="190500" dist="1905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35C579-0715-E330-FDAC-318F96E299C8}"/>
              </a:ext>
            </a:extLst>
          </p:cNvPr>
          <p:cNvGrpSpPr/>
          <p:nvPr/>
        </p:nvGrpSpPr>
        <p:grpSpPr>
          <a:xfrm>
            <a:off x="7439231" y="1654265"/>
            <a:ext cx="4462561" cy="2227632"/>
            <a:chOff x="2042806" y="1845825"/>
            <a:chExt cx="3407112" cy="268807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9BB530A-9453-E454-177C-7AD3A63D6928}"/>
                </a:ext>
              </a:extLst>
            </p:cNvPr>
            <p:cNvSpPr/>
            <p:nvPr/>
          </p:nvSpPr>
          <p:spPr>
            <a:xfrm>
              <a:off x="2042806" y="1845825"/>
              <a:ext cx="3407112" cy="2688076"/>
            </a:xfrm>
            <a:prstGeom prst="roundRect">
              <a:avLst>
                <a:gd name="adj" fmla="val 277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44DDB02-3674-5864-96C5-DBFC3F348829}"/>
                </a:ext>
              </a:extLst>
            </p:cNvPr>
            <p:cNvSpPr/>
            <p:nvPr/>
          </p:nvSpPr>
          <p:spPr>
            <a:xfrm>
              <a:off x="2042806" y="1845825"/>
              <a:ext cx="3407112" cy="2688076"/>
            </a:xfrm>
            <a:prstGeom prst="roundRect">
              <a:avLst>
                <a:gd name="adj" fmla="val 277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02965A"/>
              </a:solidFill>
            </a:ln>
            <a:effectLst>
              <a:outerShdw blurRad="190500" dist="1905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7F4AEFA-3EEA-4F55-ACAE-FD87C301C5EF}"/>
              </a:ext>
            </a:extLst>
          </p:cNvPr>
          <p:cNvGrpSpPr/>
          <p:nvPr/>
        </p:nvGrpSpPr>
        <p:grpSpPr>
          <a:xfrm>
            <a:off x="294258" y="3966202"/>
            <a:ext cx="3722458" cy="2217904"/>
            <a:chOff x="2042806" y="1845825"/>
            <a:chExt cx="3407112" cy="268807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0A28B80-A5B4-47E0-76F2-D99867F2AD6A}"/>
                </a:ext>
              </a:extLst>
            </p:cNvPr>
            <p:cNvSpPr/>
            <p:nvPr/>
          </p:nvSpPr>
          <p:spPr>
            <a:xfrm>
              <a:off x="2042806" y="1845825"/>
              <a:ext cx="3407112" cy="2688076"/>
            </a:xfrm>
            <a:prstGeom prst="roundRect">
              <a:avLst>
                <a:gd name="adj" fmla="val 277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323D483-0CA5-9045-61DA-7025A8C037A7}"/>
                </a:ext>
              </a:extLst>
            </p:cNvPr>
            <p:cNvSpPr/>
            <p:nvPr/>
          </p:nvSpPr>
          <p:spPr>
            <a:xfrm>
              <a:off x="2042806" y="1845825"/>
              <a:ext cx="3407112" cy="2688076"/>
            </a:xfrm>
            <a:prstGeom prst="roundRect">
              <a:avLst>
                <a:gd name="adj" fmla="val 277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02965A"/>
              </a:solidFill>
            </a:ln>
            <a:effectLst>
              <a:outerShdw blurRad="190500" dist="1905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9954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7062</TotalTime>
  <Words>4</Words>
  <Application>Microsoft Office PowerPoint</Application>
  <PresentationFormat>Widescreen</PresentationFormat>
  <Paragraphs>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Aremu Ibrahim</dc:creator>
  <cp:lastModifiedBy>Aremu Ibrahim</cp:lastModifiedBy>
  <cp:revision>17</cp:revision>
  <dcterms:created xsi:type="dcterms:W3CDTF">2025-12-16T10:53:12Z</dcterms:created>
  <dcterms:modified xsi:type="dcterms:W3CDTF">2025-12-22T09:38:30Z</dcterms:modified>
</cp:coreProperties>
</file>